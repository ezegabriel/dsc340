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1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4570-F09D-4C9B-3D83-B6375D5E2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A101F-A0EB-E452-21AE-05F6A2E7F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3A707-FB89-F8A0-293D-C617C3E3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0CFEF-DC07-B694-6151-CA008857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4A751-B08E-59B6-836C-27E37AB2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7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CD00-03BF-6A4F-5BBB-30569B017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6DB98-F815-1C55-6C2A-35F254D69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BDBB8-C9AE-E321-6FA7-BC728937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52075-9AC1-C32D-BC4D-EB208C09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1C1E0-8E56-7C23-E98B-8F6BBB5F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9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6BB1-9908-390A-3A27-19FAE64A3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293C3-DD5E-9FE8-19E3-D4686D4EB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C3F8D-6679-BB1A-FF5A-B3C33A37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80BC2-8710-D0AC-C0A6-261069EB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EF4C3-2C3F-1A50-47F7-A7C43501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1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098AD-A4C9-A507-29CE-29A0F2A9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6B300-8F38-7EA6-526C-6FC1BD637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959AA-26BA-BE79-7C65-220EEBB10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50769-85DE-CE82-78A0-5F2DD200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45168-6F4C-BE22-12E9-EF69FA85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D6538-051F-BA92-3BE3-6F548C84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8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4880-A5D7-21FC-DB91-8AC6A5AF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80661-5599-322D-98D4-328A2D979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C5D14-1FB0-AAA6-FE4F-45ABE892D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5224E6-D57C-54C6-B03F-8DFC1995E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DAB5-96D5-362B-EBAE-9F062703F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67C96-8A33-510F-D1C7-32064BEF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CD8AB6-2E39-66D9-AC6F-8EF99D58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52F99F-5FF4-37A4-C9CA-4309909E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6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61BC-E81B-508E-8567-F3387EF55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1FD0B-658D-764C-895E-C5393F19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C6236-A942-C5E3-EF87-5CE922E2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B56E9-CF12-F449-4508-31514AFE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2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63D95-EDF0-58D0-F7D8-4A7B8536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755A4-E557-7250-9C09-0CC462DF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016FC-255A-81D8-DB40-E44F9D32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48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0961-EB45-D2AD-9624-05F891128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4DD02-8429-2D48-B7ED-1B697825E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3D6B4-84C7-81F7-27D7-869934E6E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F119E-28E9-6BEB-579E-17353656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AC7D9-5C5E-E65A-F254-7A7DFE0F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F85F2-5C47-826D-7367-E541883C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7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305F8-FBA2-CEC4-3067-E4E034085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87A79-B8E1-84AC-A71A-A60E7D923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11C38-2E49-5A75-6590-355F58FFF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634E0-01AB-2342-5ECD-6B27F3DF7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6EA14-7781-9778-AD8C-C149246E4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BD0CD-93D7-7DEF-8DD7-97DC3C43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5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870B-FA10-BA49-BEDE-C9B442B4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0EB61-F647-DC05-DE36-4A4DF646D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9C2D-7BC5-E905-3A9E-CDA4FCB41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28D24-1D77-D82B-3099-0D1E679E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8792A-4C49-6FEE-968A-FC8E3CE1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02780-C1CD-AB02-A6A8-FE645E729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628E4-67C7-A654-6E6F-ECF4D3604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C1FD4-4747-91C9-2017-5C885BB01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3D552-F954-395A-65CB-2FE9498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CD3E8-3108-DBBB-0A55-61C7E8F5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5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3F3A64-0EEC-48D9-A239-945BF814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C78A-E880-33F0-6005-3217E6554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7489E-3297-A95B-85D2-9B3437DF5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BE8BB-C9D0-4CF6-938E-AFCFCD64942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0E827-7502-86BC-283E-80F42ED6D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9BF38-E0ED-7D17-2401-7484BA312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3DF76-D761-4C65-9715-EDE833A9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5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8FDC-6B0F-2B4A-FDE9-6BD60BA72E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Water Pump Functionality in Tanzania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C92D1-E467-AE44-4DB7-6231300D53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Gabriel Eze</a:t>
            </a:r>
          </a:p>
        </p:txBody>
      </p:sp>
    </p:spTree>
    <p:extLst>
      <p:ext uri="{BB962C8B-B14F-4D97-AF65-F5344CB8AC3E}">
        <p14:creationId xmlns:p14="http://schemas.microsoft.com/office/powerpoint/2010/main" val="3870650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B36C-FE45-F0D8-E277-9DEC62F0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Insight &amp; Engineering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A19839-8ED7-00E9-D70A-D78340AAA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3431" y="1825625"/>
            <a:ext cx="7745138" cy="4351338"/>
          </a:xfrm>
        </p:spPr>
      </p:pic>
    </p:spTree>
    <p:extLst>
      <p:ext uri="{BB962C8B-B14F-4D97-AF65-F5344CB8AC3E}">
        <p14:creationId xmlns:p14="http://schemas.microsoft.com/office/powerpoint/2010/main" val="2560686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0D9D-E6E6-0F6A-DEEE-3A2C1AABE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Summary -  Random Forest Wins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C5FDBA-7AA9-3C1A-FD02-383A133D6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8350" y="1825625"/>
            <a:ext cx="5775300" cy="4351338"/>
          </a:xfrm>
        </p:spPr>
      </p:pic>
    </p:spTree>
    <p:extLst>
      <p:ext uri="{BB962C8B-B14F-4D97-AF65-F5344CB8AC3E}">
        <p14:creationId xmlns:p14="http://schemas.microsoft.com/office/powerpoint/2010/main" val="224412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18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Predicting Water Pump Functionality in Tanzania</vt:lpstr>
      <vt:lpstr>Feature Insight &amp; Engineering</vt:lpstr>
      <vt:lpstr>Model Summary -  Random Forest Wins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Chieloka G. Eze</dc:creator>
  <cp:lastModifiedBy>Chieloka G. Eze</cp:lastModifiedBy>
  <cp:revision>1</cp:revision>
  <dcterms:created xsi:type="dcterms:W3CDTF">2025-05-11T22:22:52Z</dcterms:created>
  <dcterms:modified xsi:type="dcterms:W3CDTF">2025-05-12T00:01:29Z</dcterms:modified>
</cp:coreProperties>
</file>